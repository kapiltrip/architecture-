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basic computer architecture concepts.</a:t>
            </a:r>
          </a:p>
          <a:p>
            <a:r>
              <a:t>Quantitative techniques in computer design and performance evaluation.</a:t>
            </a:r>
          </a:p>
          <a:p>
            <a:r>
              <a:t>Instruction Set Architectures (ISA): CISC, RISC, and DSP.</a:t>
            </a:r>
          </a:p>
          <a:p>
            <a:r>
              <a:t>Processor organization and architectural overview.</a:t>
            </a:r>
          </a:p>
          <a:p>
            <a:r>
              <a:t>Design of RISC processor: datapath and control.</a:t>
            </a:r>
          </a:p>
          <a:p>
            <a:r>
              <a:t>Multicycle processor implementation.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Computer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Computer architecture defines the functional behavior of a computer system.</a:t>
            </a:r>
          </a:p>
          <a:p>
            <a:r>
              <a:t>Focuses on CPU design, memory hierarchy, input/output systems, and interconnections.</a:t>
            </a:r>
          </a:p>
          <a:p>
            <a:r>
              <a:t>Key components: Arithmetic Logic Unit (ALU), Control Unit, Registers, Cache, Main Memory.</a:t>
            </a:r>
          </a:p>
          <a:p>
            <a:r>
              <a:t>Architecture impacts performance, power consumption, and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Von Neumann vs Harvard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Von Neumann uses a single memory for instructions and data.</a:t>
            </a:r>
          </a:p>
          <a:p>
            <a:r>
              <a:t>Harvard architecture separates instruction and data memory.</a:t>
            </a:r>
          </a:p>
          <a:p>
            <a:r>
              <a:t>Harvard provides higher throughput due to parallel access.</a:t>
            </a:r>
          </a:p>
          <a:p>
            <a:r>
              <a:t>Von Neumann suffers from the bottleneck problem.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Execution Time = Instruction Count × CPI × Clock Cycle Time.</a:t>
            </a:r>
          </a:p>
          <a:p>
            <a:r>
              <a:t>Throughput measures number of tasks completed per unit time.</a:t>
            </a:r>
          </a:p>
          <a:p>
            <a:r>
              <a:t>Latency measures delay between input and output.</a:t>
            </a:r>
          </a:p>
          <a:p>
            <a:r>
              <a:t>Clock frequency influences processing speed.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Quantitative Techniques in Computer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Amdahl’s Law evaluates system speedup with enhancements.</a:t>
            </a:r>
          </a:p>
          <a:p>
            <a:r>
              <a:t>Benchmarking compares processor performance.</a:t>
            </a:r>
          </a:p>
          <a:p>
            <a:r>
              <a:t>CPU performance equation guides architectural optimizations.</a:t>
            </a:r>
          </a:p>
          <a:p>
            <a:r>
              <a:t>Parallelism improves computational efficiency.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Measuring and Reporting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standardized benchmarks like SPEC.</a:t>
            </a:r>
          </a:p>
          <a:p>
            <a:r>
              <a:t>Report metrics such as MIPS, FLOPS, and IPC.</a:t>
            </a:r>
          </a:p>
          <a:p>
            <a:r>
              <a:t>Avoid misleading averages; prefer geometric mean.</a:t>
            </a:r>
          </a:p>
          <a:p>
            <a:r>
              <a:t>Consider power-performance tradeoffs.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Instruction Set Architecture (ISA)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ISA defines interface between hardware and software.</a:t>
            </a:r>
          </a:p>
          <a:p>
            <a:r>
              <a:t>Includes instruction formats, addressing modes, registers, and data types.</a:t>
            </a:r>
          </a:p>
          <a:p>
            <a:r>
              <a:t>Acts as a contract for compiler and processor designers.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CISC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Complex Instruction Set Computer uses large instruction sets.</a:t>
            </a:r>
          </a:p>
          <a:p>
            <a:r>
              <a:t>Supports multi-step operations in single instruction.</a:t>
            </a:r>
          </a:p>
          <a:p>
            <a:r>
              <a:t>Reduces program size but increases hardware complexity.</a:t>
            </a:r>
          </a:p>
          <a:p>
            <a:r>
              <a:t>Examples: Intel x86.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RISC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Instruction Set Computer uses simple instructions.</a:t>
            </a:r>
          </a:p>
          <a:p>
            <a:r>
              <a:t>Load/store architecture separates memory and ALU operations.</a:t>
            </a:r>
          </a:p>
          <a:p>
            <a:r>
              <a:t>Enables deep pipelining and higher clock speeds.</a:t>
            </a:r>
          </a:p>
          <a:p>
            <a:r>
              <a:t>Examples: ARM, MIPS.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DSP Processors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Optimized for signal processing applications.</a:t>
            </a:r>
          </a:p>
          <a:p>
            <a:r>
              <a:t>Support fast multiply-accumulate operations.</a:t>
            </a:r>
          </a:p>
          <a:p>
            <a:r>
              <a:t>Use specialized addressing modes such as circular buffering.</a:t>
            </a:r>
          </a:p>
          <a:p>
            <a:r>
              <a:t>Widely used in audio, video, and communication systems.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CISC vs RISC vs DSP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CISC: fewer instructions per program but complex decoding.</a:t>
            </a:r>
          </a:p>
          <a:p>
            <a:r>
              <a:t>RISC: more instructions but simpler execution.</a:t>
            </a:r>
          </a:p>
          <a:p>
            <a:r>
              <a:t>DSP: designed for real-time numeric computation.</a:t>
            </a:r>
          </a:p>
          <a:p>
            <a:r>
              <a:t>Choice depends on application requirements.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Datapath handles data movement and processing.</a:t>
            </a:r>
          </a:p>
          <a:p>
            <a:r>
              <a:t>Control unit generates signals to coordinate operations.</a:t>
            </a:r>
          </a:p>
          <a:p>
            <a:r>
              <a:t>Registers provide fast temporary storage.</a:t>
            </a:r>
          </a:p>
          <a:p>
            <a:r>
              <a:t>Buses enable communication between components.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Datapath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 Counter (PC) tracks instruction address.</a:t>
            </a:r>
          </a:p>
          <a:p>
            <a:r>
              <a:t>Register File stores operands.</a:t>
            </a:r>
          </a:p>
          <a:p>
            <a:r>
              <a:t>ALU performs arithmetic and logical operations.</a:t>
            </a:r>
          </a:p>
          <a:p>
            <a:r>
              <a:t>Multiplexers route data based on control signals.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Unit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Hardwired control uses combinational logic.</a:t>
            </a:r>
          </a:p>
          <a:p>
            <a:r>
              <a:t>Microprogrammed control uses control memory.</a:t>
            </a:r>
          </a:p>
          <a:p>
            <a:r>
              <a:t>Control signals determine datapath behavior.</a:t>
            </a:r>
          </a:p>
          <a:p>
            <a:r>
              <a:t>Tradeoff between speed and flexibility.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Single-Cycle vs Multi-Cycle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Single-cycle executes instruction in one clock cycle.</a:t>
            </a:r>
          </a:p>
          <a:p>
            <a:r>
              <a:t>Requires long clock period.</a:t>
            </a:r>
          </a:p>
          <a:p>
            <a:r>
              <a:t>Multi-cycle divides execution into stages.</a:t>
            </a:r>
          </a:p>
          <a:p>
            <a:r>
              <a:t>Improves clock efficiency and resource utilization.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a RISC Datapath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instruction formats.</a:t>
            </a:r>
          </a:p>
          <a:p>
            <a:r>
              <a:t>Determine required hardware resources.</a:t>
            </a:r>
          </a:p>
          <a:p>
            <a:r>
              <a:t>Connect ALU, registers, memory, and PC.</a:t>
            </a:r>
          </a:p>
          <a:p>
            <a:r>
              <a:t>Optimize for common instruction paths.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RISC Control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RegWrite enables register updates.</a:t>
            </a:r>
          </a:p>
          <a:p>
            <a:r>
              <a:t>MemRead and MemWrite control memory access.</a:t>
            </a:r>
          </a:p>
          <a:p>
            <a:r>
              <a:t>ALUSrc selects operand source.</a:t>
            </a:r>
          </a:p>
          <a:p>
            <a:r>
              <a:t>Branch determines control flow.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Multicycle Implementation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Instruction Fetch.</a:t>
            </a:r>
          </a:p>
          <a:p>
            <a:r>
              <a:t>Instruction Decode and Register Fetch.</a:t>
            </a:r>
          </a:p>
          <a:p>
            <a:r>
              <a:t>Execution or Address Calculation.</a:t>
            </a:r>
          </a:p>
          <a:p>
            <a:r>
              <a:t>Memory Access.</a:t>
            </a:r>
          </a:p>
          <a:p>
            <a:r>
              <a:t>Write Back.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Multicycle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Shorter clock cycle than single-cycle.</a:t>
            </a:r>
          </a:p>
          <a:p>
            <a:r>
              <a:t>Hardware reuse reduces cost.</a:t>
            </a:r>
          </a:p>
          <a:p>
            <a:r>
              <a:t>Flexible timing for different instructions.</a:t>
            </a:r>
          </a:p>
          <a:p>
            <a:r>
              <a:t>Better overall efficiency.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Introduction (Optional Extension)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 overlaps instruction execution.</a:t>
            </a:r>
          </a:p>
          <a:p>
            <a:r>
              <a:t>Improves throughput significantly.</a:t>
            </a:r>
          </a:p>
          <a:p>
            <a:r>
              <a:t>Hazards include structural, data, and control.</a:t>
            </a:r>
          </a:p>
          <a:p>
            <a:r>
              <a:t>Requires forwarding and stall mechanisms.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Trends in Processor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Multi-core architectures dominate computing.</a:t>
            </a:r>
          </a:p>
          <a:p>
            <a:r>
              <a:t>Energy-efficient designs are critical.</a:t>
            </a:r>
          </a:p>
          <a:p>
            <a:r>
              <a:t>AI accelerators and GPUs complement CPUs.</a:t>
            </a:r>
          </a:p>
          <a:p>
            <a:r>
              <a:t>Heterogeneous computing is becoming standard.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Computer architecture directly impacts system performance.</a:t>
            </a:r>
          </a:p>
          <a:p>
            <a:r>
              <a:t>Quantitative analysis guides better design choices.</a:t>
            </a:r>
          </a:p>
          <a:p>
            <a:r>
              <a:t>RISC dominates modern embedded and mobile systems.</a:t>
            </a:r>
          </a:p>
          <a:p>
            <a:r>
              <a:t>Multicycle datapath improves efficiency.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726</Words>
  <Application>Microsoft Office PowerPoint</Application>
  <PresentationFormat>On-screen Show (4:3)</PresentationFormat>
  <Paragraphs>112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Overview</vt:lpstr>
      <vt:lpstr>Basic Computer Architecture</vt:lpstr>
      <vt:lpstr>Von Neumann vs Harvard Architecture</vt:lpstr>
      <vt:lpstr>Performance Metrics</vt:lpstr>
      <vt:lpstr>Quantitative Techniques in Computer Design</vt:lpstr>
      <vt:lpstr>Measuring and Reporting Performance</vt:lpstr>
      <vt:lpstr>Instruction Set Architecture (ISA)</vt:lpstr>
      <vt:lpstr>CISC Architecture</vt:lpstr>
      <vt:lpstr>RISC Architecture</vt:lpstr>
      <vt:lpstr>DSP Processors</vt:lpstr>
      <vt:lpstr>CISC vs RISC vs DSP</vt:lpstr>
      <vt:lpstr>Processor Organization</vt:lpstr>
      <vt:lpstr>Datapath Components</vt:lpstr>
      <vt:lpstr>Control Unit Design</vt:lpstr>
      <vt:lpstr>Single-Cycle vs Multi-Cycle</vt:lpstr>
      <vt:lpstr>Building a RISC Datapath</vt:lpstr>
      <vt:lpstr>RISC Control Signals</vt:lpstr>
      <vt:lpstr>Multicycle Implementation Steps</vt:lpstr>
      <vt:lpstr>Advantages of Multicycle Design</vt:lpstr>
      <vt:lpstr>Pipeline Introduction (Optional Extension)</vt:lpstr>
      <vt:lpstr>Modern Trends in Processor Design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</dc:title>
  <dc:subject/>
  <dc:creator>Mohd Faseehuddin</dc:creator>
  <cp:keywords/>
  <dc:description>generated using python-pptx</dc:description>
  <cp:lastModifiedBy>mohammad.faseehuddin</cp:lastModifiedBy>
  <cp:revision>2</cp:revision>
  <dcterms:created xsi:type="dcterms:W3CDTF">2013-01-27T09:14:16Z</dcterms:created>
  <dcterms:modified xsi:type="dcterms:W3CDTF">2026-03-17T04:56:27Z</dcterms:modified>
  <cp:category/>
</cp:coreProperties>
</file>